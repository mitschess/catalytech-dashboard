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68F02-5A3B-3426-BBA9-0ED6E7EB1881}" v="24" dt="2026-08-10T11:21:47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ha C R Utama Putri - CCO" userId="S::marsha.cipta@capcx.com::ce6c694b-f650-4986-94dd-3c7f7bdf1864" providerId="AD" clId="Web-{BE268F02-5A3B-3426-BBA9-0ED6E7EB1881}"/>
    <pc:docChg chg="modSld">
      <pc:chgData name="Marsha C R Utama Putri - CCO" userId="S::marsha.cipta@capcx.com::ce6c694b-f650-4986-94dd-3c7f7bdf1864" providerId="AD" clId="Web-{BE268F02-5A3B-3426-BBA9-0ED6E7EB1881}" dt="2026-08-10T11:21:47.180" v="17" actId="20577"/>
      <pc:docMkLst>
        <pc:docMk/>
      </pc:docMkLst>
      <pc:sldChg chg="delSp modSp">
        <pc:chgData name="Marsha C R Utama Putri - CCO" userId="S::marsha.cipta@capcx.com::ce6c694b-f650-4986-94dd-3c7f7bdf1864" providerId="AD" clId="Web-{BE268F02-5A3B-3426-BBA9-0ED6E7EB1881}" dt="2026-08-10T11:20:45.007" v="3"/>
        <pc:sldMkLst>
          <pc:docMk/>
          <pc:sldMk cId="0" sldId="256"/>
        </pc:sldMkLst>
        <pc:spChg chg="mod">
          <ac:chgData name="Marsha C R Utama Putri - CCO" userId="S::marsha.cipta@capcx.com::ce6c694b-f650-4986-94dd-3c7f7bdf1864" providerId="AD" clId="Web-{BE268F02-5A3B-3426-BBA9-0ED6E7EB1881}" dt="2026-08-10T11:20:39.741" v="2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rsha C R Utama Putri - CCO" userId="S::marsha.cipta@capcx.com::ce6c694b-f650-4986-94dd-3c7f7bdf1864" providerId="AD" clId="Web-{BE268F02-5A3B-3426-BBA9-0ED6E7EB1881}" dt="2026-08-10T11:20:45.007" v="3"/>
          <ac:spMkLst>
            <pc:docMk/>
            <pc:sldMk cId="0" sldId="256"/>
            <ac:spMk id="2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0:50.272" v="4"/>
        <pc:sldMkLst>
          <pc:docMk/>
          <pc:sldMk cId="0" sldId="257"/>
        </pc:sldMkLst>
        <pc:spChg chg="del">
          <ac:chgData name="Marsha C R Utama Putri - CCO" userId="S::marsha.cipta@capcx.com::ce6c694b-f650-4986-94dd-3c7f7bdf1864" providerId="AD" clId="Web-{BE268F02-5A3B-3426-BBA9-0ED6E7EB1881}" dt="2026-08-10T11:20:50.272" v="4"/>
          <ac:spMkLst>
            <pc:docMk/>
            <pc:sldMk cId="0" sldId="257"/>
            <ac:spMk id="63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0:53.679" v="5"/>
        <pc:sldMkLst>
          <pc:docMk/>
          <pc:sldMk cId="0" sldId="258"/>
        </pc:sldMkLst>
        <pc:spChg chg="del">
          <ac:chgData name="Marsha C R Utama Putri - CCO" userId="S::marsha.cipta@capcx.com::ce6c694b-f650-4986-94dd-3c7f7bdf1864" providerId="AD" clId="Web-{BE268F02-5A3B-3426-BBA9-0ED6E7EB1881}" dt="2026-08-10T11:20:53.679" v="5"/>
          <ac:spMkLst>
            <pc:docMk/>
            <pc:sldMk cId="0" sldId="258"/>
            <ac:spMk id="24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0:57.554" v="6"/>
        <pc:sldMkLst>
          <pc:docMk/>
          <pc:sldMk cId="0" sldId="259"/>
        </pc:sldMkLst>
        <pc:spChg chg="del">
          <ac:chgData name="Marsha C R Utama Putri - CCO" userId="S::marsha.cipta@capcx.com::ce6c694b-f650-4986-94dd-3c7f7bdf1864" providerId="AD" clId="Web-{BE268F02-5A3B-3426-BBA9-0ED6E7EB1881}" dt="2026-08-10T11:20:57.554" v="6"/>
          <ac:spMkLst>
            <pc:docMk/>
            <pc:sldMk cId="0" sldId="259"/>
            <ac:spMk id="28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BE268F02-5A3B-3426-BBA9-0ED6E7EB1881}" dt="2026-08-10T11:21:03.460" v="9"/>
        <pc:sldMkLst>
          <pc:docMk/>
          <pc:sldMk cId="0" sldId="260"/>
        </pc:sldMkLst>
        <pc:spChg chg="del mod">
          <ac:chgData name="Marsha C R Utama Putri - CCO" userId="S::marsha.cipta@capcx.com::ce6c694b-f650-4986-94dd-3c7f7bdf1864" providerId="AD" clId="Web-{BE268F02-5A3B-3426-BBA9-0ED6E7EB1881}" dt="2026-08-10T11:21:03.460" v="9"/>
          <ac:spMkLst>
            <pc:docMk/>
            <pc:sldMk cId="0" sldId="260"/>
            <ac:spMk id="19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1:06.663" v="10"/>
        <pc:sldMkLst>
          <pc:docMk/>
          <pc:sldMk cId="0" sldId="261"/>
        </pc:sldMkLst>
        <pc:spChg chg="del">
          <ac:chgData name="Marsha C R Utama Putri - CCO" userId="S::marsha.cipta@capcx.com::ce6c694b-f650-4986-94dd-3c7f7bdf1864" providerId="AD" clId="Web-{BE268F02-5A3B-3426-BBA9-0ED6E7EB1881}" dt="2026-08-10T11:21:06.663" v="10"/>
          <ac:spMkLst>
            <pc:docMk/>
            <pc:sldMk cId="0" sldId="261"/>
            <ac:spMk id="5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1:10.679" v="11"/>
        <pc:sldMkLst>
          <pc:docMk/>
          <pc:sldMk cId="0" sldId="262"/>
        </pc:sldMkLst>
        <pc:spChg chg="del">
          <ac:chgData name="Marsha C R Utama Putri - CCO" userId="S::marsha.cipta@capcx.com::ce6c694b-f650-4986-94dd-3c7f7bdf1864" providerId="AD" clId="Web-{BE268F02-5A3B-3426-BBA9-0ED6E7EB1881}" dt="2026-08-10T11:21:10.679" v="11"/>
          <ac:spMkLst>
            <pc:docMk/>
            <pc:sldMk cId="0" sldId="262"/>
            <ac:spMk id="5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1:14.242" v="12"/>
        <pc:sldMkLst>
          <pc:docMk/>
          <pc:sldMk cId="0" sldId="263"/>
        </pc:sldMkLst>
        <pc:spChg chg="del">
          <ac:chgData name="Marsha C R Utama Putri - CCO" userId="S::marsha.cipta@capcx.com::ce6c694b-f650-4986-94dd-3c7f7bdf1864" providerId="AD" clId="Web-{BE268F02-5A3B-3426-BBA9-0ED6E7EB1881}" dt="2026-08-10T11:21:14.242" v="12"/>
          <ac:spMkLst>
            <pc:docMk/>
            <pc:sldMk cId="0" sldId="263"/>
            <ac:spMk id="3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1:37.242" v="13"/>
        <pc:sldMkLst>
          <pc:docMk/>
          <pc:sldMk cId="0" sldId="264"/>
        </pc:sldMkLst>
        <pc:spChg chg="del">
          <ac:chgData name="Marsha C R Utama Putri - CCO" userId="S::marsha.cipta@capcx.com::ce6c694b-f650-4986-94dd-3c7f7bdf1864" providerId="AD" clId="Web-{BE268F02-5A3B-3426-BBA9-0ED6E7EB1881}" dt="2026-08-10T11:21:37.242" v="13"/>
          <ac:spMkLst>
            <pc:docMk/>
            <pc:sldMk cId="0" sldId="264"/>
            <ac:spMk id="7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BE268F02-5A3B-3426-BBA9-0ED6E7EB1881}" dt="2026-08-10T11:21:40.117" v="14"/>
        <pc:sldMkLst>
          <pc:docMk/>
          <pc:sldMk cId="0" sldId="265"/>
        </pc:sldMkLst>
        <pc:spChg chg="del">
          <ac:chgData name="Marsha C R Utama Putri - CCO" userId="S::marsha.cipta@capcx.com::ce6c694b-f650-4986-94dd-3c7f7bdf1864" providerId="AD" clId="Web-{BE268F02-5A3B-3426-BBA9-0ED6E7EB1881}" dt="2026-08-10T11:21:40.117" v="14"/>
          <ac:spMkLst>
            <pc:docMk/>
            <pc:sldMk cId="0" sldId="265"/>
            <ac:spMk id="86" creationId="{00000000-0000-0000-0000-000000000000}"/>
          </ac:spMkLst>
        </pc:spChg>
      </pc:sldChg>
      <pc:sldChg chg="modSp">
        <pc:chgData name="Marsha C R Utama Putri - CCO" userId="S::marsha.cipta@capcx.com::ce6c694b-f650-4986-94dd-3c7f7bdf1864" providerId="AD" clId="Web-{BE268F02-5A3B-3426-BBA9-0ED6E7EB1881}" dt="2026-08-10T11:21:47.180" v="17" actId="20577"/>
        <pc:sldMkLst>
          <pc:docMk/>
          <pc:sldMk cId="0" sldId="266"/>
        </pc:sldMkLst>
        <pc:spChg chg="mod">
          <ac:chgData name="Marsha C R Utama Putri - CCO" userId="S::marsha.cipta@capcx.com::ce6c694b-f650-4986-94dd-3c7f7bdf1864" providerId="AD" clId="Web-{BE268F02-5A3B-3426-BBA9-0ED6E7EB1881}" dt="2026-08-10T11:21:47.180" v="17" actId="20577"/>
          <ac:spMkLst>
            <pc:docMk/>
            <pc:sldMk cId="0" sldId="266"/>
            <ac:spMk id="28" creationId="{00000000-0000-0000-0000-000000000000}"/>
          </ac:spMkLst>
        </pc:spChg>
      </pc:sldChg>
    </pc:docChg>
  </pc:docChgLst>
  <pc:docChgLst>
    <pc:chgData clId="Web-{BE268F02-5A3B-3426-BBA9-0ED6E7EB1881}"/>
    <pc:docChg chg="modSld">
      <pc:chgData name="" userId="" providerId="" clId="Web-{BE268F02-5A3B-3426-BBA9-0ED6E7EB1881}" dt="2026-08-10T11:20:21.943" v="1" actId="1076"/>
      <pc:docMkLst>
        <pc:docMk/>
      </pc:docMkLst>
      <pc:sldChg chg="modSp">
        <pc:chgData name="" userId="" providerId="" clId="Web-{BE268F02-5A3B-3426-BBA9-0ED6E7EB1881}" dt="2026-08-10T11:20:21.943" v="1" actId="1076"/>
        <pc:sldMkLst>
          <pc:docMk/>
          <pc:sldMk cId="0" sldId="256"/>
        </pc:sldMkLst>
        <pc:spChg chg="mod">
          <ac:chgData name="" userId="" providerId="" clId="Web-{BE268F02-5A3B-3426-BBA9-0ED6E7EB1881}" dt="2026-08-10T11:20:21.943" v="1" actId="1076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1F21-4B5D-90D6-2100AFB955B3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1F21-4B5D-90D6-2100AFB955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21-4B5D-90D6-2100AFB95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624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Feed/Effluent Heat Exchanger HE-3301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High Fouling — Duty Loss &amp; High 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AR-2026-ZCU-0165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HE-3301  |  ZCU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21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400)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Feed/Effluent Heat Exchanger HE-3301 — High Fouling — Duty Loss &amp; High dP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ZCU  (Zeta Cracker Unit)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HE-3301  |  Class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21 May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22 May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Isolate HE-3301, bypass via spare train, hydro-jet clean tube bundle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12.0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$183.6k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Feed/Effluent Heat Exchanger HE-3301 suffered accelerated tube-side fouling reducing duty and raising dP, forcing an unplanned isolation, cleaning and partial rate cut on 21-May-2026.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18-May-2026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Heat-recovery section running; HE-3301 tube-side dP rising (0.4 → 0.9 bar) and cold-outlet temperature falling.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606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21-May-2026 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0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Preheat duty dropped ~35% below design; unit rate reduced to protect downstream. Exchanger isolated.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749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703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21-May-2026 11:30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703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 bundle inspected — heavy coke/polymer deposition on tube side.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92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46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21-May-2026 21:00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46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Bundle hydro-jet cleaned and returned to service; duty and dP restored, rate ramped back to 30 T/H.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Feed/Effluent Heat Exchanger HE-3301 suffered accelerated tube-side fouling reducing duty and raising dP, forcing an unplanned isolation, cleaning and partial rate cut on 21-May-2026.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HE-3301 tube-side dP baseline is 0.3–0.4 bar; heat duty design 100%. Over the run, dP climbed steadily while duty fell — a classic fouling curve. No dP-based cleaning trigger existed, so fouling was allowed to progress to a forced cut.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HE-3301 duty loss &amp; high dP from tube-side fouling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21-May-2026 (09:00)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Partial rate cut of ZCU heat-recovery 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12.0 hours  →  216.0 ton  →  $183.6k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Rate cut due to HE-3301 fouling (duty loss + high dP)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unplanned rate cut due to HE-3301 fouling (dP &lt; 0.6 bar, duty &gt; 90%)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Tube-side dP above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dP reached 0.9 bar vs 0.6 bar limit — heavy fouling.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Heat duty below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Duty fell to ~65% of design — loss of preheat.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 heavy-ends above spec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Heavy-ends 2.4% vs &lt; 1.5% design — increased fouling precursor.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 velocity below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 velocity 1.9 m/s vs 1.5 m/s min — adequate.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Cooling/heating medium temperature off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Shell-side inlet temperature within normal band.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dP-based cleaning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Cleaning was time-based only; no dP alarm to trigger 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 filtration performance not trended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Upstream filter dP not monitored, allowing heavy-ends carry-over.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Fouling KPI not on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fouling factor / duty KPI tracked between TAs.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Bundle metallurgy inadequate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Bundle metallurgy suitable for service.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Accelerated tube-side coke/polymer fouling driven by higher-than-design feed heavy-ends, allowed to progress by the absence of a dP-based cleaning trigger and fouling KPI, causing duty loss, high dP and a forced rate cut.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  P2  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dP-based cleaning trigger &amp; alarm for HE-3301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22-Jun-2026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Tighten feed heavy-ends control &amp; filtration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dP-trigger logic to parallel exchangers HE-3302/3303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22-Jul-2026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Review upstream fractionation cut-point control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No fouling KPI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fouling factor &amp; duty KPI to reliability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22-Jun-2026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Filter not trended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upstream filter dP trend &amp; replacement trigger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dP cleaning trigger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Premature/over-frequent cleaning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Set trigger with hysteresis + engineering review before cleaning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22-Jun-2026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Daily HE-3301 dP &amp; duty trend review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Process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Daily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Bundle inspection &amp; cleaning at dP trigger / next 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Static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Condition / 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12.0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216.0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$183.6k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(400)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Accelerated tube-side coke/polymer fouling driven by higher-than-design feed heavy-ends, allowed to progress by the absence of a dP-based cleaning trigger and fouling KPI, causing duty loss, high dP and a forced rate cut.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dP-based cleaning trigger &amp; alarm for HE-3301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Tighten feed heavy-ends control &amp; filtration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fouling factor &amp; duty KPI to reliability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AR-2026-ZCU-0165   •   HE-3301 — ZCU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B5435F-0DE8-4052-8A3D-018370B809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769692-620C-4CCE-9712-44FB5A2A280C}">
  <ds:schemaRefs>
    <ds:schemaRef ds:uri="http://schemas.microsoft.com/office/2006/metadata/properties"/>
    <ds:schemaRef ds:uri="http://schemas.microsoft.com/office/infopath/2007/PartnerControls"/>
    <ds:schemaRef ds:uri="0a71efe2-5848-4835-ba9f-8faf6945352d"/>
    <ds:schemaRef ds:uri="831850e5-ca91-43e1-afa5-cf72b3205c9b"/>
  </ds:schemaRefs>
</ds:datastoreItem>
</file>

<file path=customXml/itemProps3.xml><?xml version="1.0" encoding="utf-8"?>
<ds:datastoreItem xmlns:ds="http://schemas.openxmlformats.org/officeDocument/2006/customXml" ds:itemID="{7CB4154A-86B4-4C20-9322-1AB69ABDEA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850e5-ca91-43e1-afa5-cf72b3205c9b"/>
    <ds:schemaRef ds:uri="0a71efe2-5848-4835-ba9f-8faf69453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13</cp:revision>
  <dcterms:created xsi:type="dcterms:W3CDTF">2013-01-27T09:14:16Z</dcterms:created>
  <dcterms:modified xsi:type="dcterms:W3CDTF">2026-08-10T11:21:54Z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