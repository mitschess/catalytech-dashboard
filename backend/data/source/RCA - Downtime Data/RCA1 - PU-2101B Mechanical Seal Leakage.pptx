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B9075-9F8E-4D9F-1801-DBAD844EB2DD}" v="1" dt="2026-08-10T11:18:38.131"/>
    <p1510:client id="{7B20FF14-5769-C5F0-D89A-8A8BAF4EB8F2}" v="24" dt="2026-08-10T11:15:24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2A0B9075-9F8E-4D9F-1801-DBAD844EB2DD}"/>
    <pc:docChg chg="modSld">
      <pc:chgData name="" userId="" providerId="" clId="Web-{2A0B9075-9F8E-4D9F-1801-DBAD844EB2DD}" dt="2026-08-10T11:18:38.131" v="0"/>
      <pc:docMkLst>
        <pc:docMk/>
      </pc:docMkLst>
      <pc:sldChg chg="addSp">
        <pc:chgData name="" userId="" providerId="" clId="Web-{2A0B9075-9F8E-4D9F-1801-DBAD844EB2DD}" dt="2026-08-10T11:18:38.131" v="0"/>
        <pc:sldMkLst>
          <pc:docMk/>
          <pc:sldMk cId="0" sldId="256"/>
        </pc:sldMkLst>
        <pc:spChg chg="add">
          <ac:chgData name="" userId="" providerId="" clId="Web-{2A0B9075-9F8E-4D9F-1801-DBAD844EB2DD}" dt="2026-08-10T11:18:38.131" v="0"/>
          <ac:spMkLst>
            <pc:docMk/>
            <pc:sldMk cId="0" sldId="256"/>
            <ac:spMk id="8" creationId="{BD1E0403-0D22-9AC4-2C71-AE7872B27A14}"/>
          </ac:spMkLst>
        </pc:spChg>
      </pc:sldChg>
    </pc:docChg>
  </pc:docChgLst>
  <pc:docChgLst>
    <pc:chgData name="Marsha C R Utama Putri - CCO" userId="S::marsha.cipta@capcx.com::ce6c694b-f650-4986-94dd-3c7f7bdf1864" providerId="AD" clId="Web-{7B20FF14-5769-C5F0-D89A-8A8BAF4EB8F2}"/>
    <pc:docChg chg="modSld">
      <pc:chgData name="Marsha C R Utama Putri - CCO" userId="S::marsha.cipta@capcx.com::ce6c694b-f650-4986-94dd-3c7f7bdf1864" providerId="AD" clId="Web-{7B20FF14-5769-C5F0-D89A-8A8BAF4EB8F2}" dt="2026-08-10T11:15:24.696" v="19" actId="20577"/>
      <pc:docMkLst>
        <pc:docMk/>
      </pc:docMkLst>
      <pc:sldChg chg="delSp modSp">
        <pc:chgData name="Marsha C R Utama Putri - CCO" userId="S::marsha.cipta@capcx.com::ce6c694b-f650-4986-94dd-3c7f7bdf1864" providerId="AD" clId="Web-{7B20FF14-5769-C5F0-D89A-8A8BAF4EB8F2}" dt="2026-08-10T11:13:50.021" v="3"/>
        <pc:sldMkLst>
          <pc:docMk/>
          <pc:sldMk cId="0" sldId="256"/>
        </pc:sldMkLst>
        <pc:spChg chg="del">
          <ac:chgData name="Marsha C R Utama Putri - CCO" userId="S::marsha.cipta@capcx.com::ce6c694b-f650-4986-94dd-3c7f7bdf1864" providerId="AD" clId="Web-{7B20FF14-5769-C5F0-D89A-8A8BAF4EB8F2}" dt="2026-08-10T11:13:40.302" v="0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Marsha C R Utama Putri - CCO" userId="S::marsha.cipta@capcx.com::ce6c694b-f650-4986-94dd-3c7f7bdf1864" providerId="AD" clId="Web-{7B20FF14-5769-C5F0-D89A-8A8BAF4EB8F2}" dt="2026-08-10T11:13:50.021" v="3"/>
          <ac:spMkLst>
            <pc:docMk/>
            <pc:sldMk cId="0" sldId="256"/>
            <ac:spMk id="2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4:16.146" v="4"/>
        <pc:sldMkLst>
          <pc:docMk/>
          <pc:sldMk cId="0" sldId="257"/>
        </pc:sldMkLst>
        <pc:spChg chg="del">
          <ac:chgData name="Marsha C R Utama Putri - CCO" userId="S::marsha.cipta@capcx.com::ce6c694b-f650-4986-94dd-3c7f7bdf1864" providerId="AD" clId="Web-{7B20FF14-5769-C5F0-D89A-8A8BAF4EB8F2}" dt="2026-08-10T11:14:16.146" v="4"/>
          <ac:spMkLst>
            <pc:docMk/>
            <pc:sldMk cId="0" sldId="257"/>
            <ac:spMk id="63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7B20FF14-5769-C5F0-D89A-8A8BAF4EB8F2}" dt="2026-08-10T11:14:23.052" v="7"/>
        <pc:sldMkLst>
          <pc:docMk/>
          <pc:sldMk cId="0" sldId="258"/>
        </pc:sldMkLst>
        <pc:spChg chg="del mod">
          <ac:chgData name="Marsha C R Utama Putri - CCO" userId="S::marsha.cipta@capcx.com::ce6c694b-f650-4986-94dd-3c7f7bdf1864" providerId="AD" clId="Web-{7B20FF14-5769-C5F0-D89A-8A8BAF4EB8F2}" dt="2026-08-10T11:14:23.052" v="7"/>
          <ac:spMkLst>
            <pc:docMk/>
            <pc:sldMk cId="0" sldId="258"/>
            <ac:spMk id="27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4:26.302" v="8"/>
        <pc:sldMkLst>
          <pc:docMk/>
          <pc:sldMk cId="0" sldId="259"/>
        </pc:sldMkLst>
        <pc:spChg chg="del">
          <ac:chgData name="Marsha C R Utama Putri - CCO" userId="S::marsha.cipta@capcx.com::ce6c694b-f650-4986-94dd-3c7f7bdf1864" providerId="AD" clId="Web-{7B20FF14-5769-C5F0-D89A-8A8BAF4EB8F2}" dt="2026-08-10T11:14:26.302" v="8"/>
          <ac:spMkLst>
            <pc:docMk/>
            <pc:sldMk cId="0" sldId="259"/>
            <ac:spMk id="28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7B20FF14-5769-C5F0-D89A-8A8BAF4EB8F2}" dt="2026-08-10T11:14:37.115" v="11"/>
        <pc:sldMkLst>
          <pc:docMk/>
          <pc:sldMk cId="0" sldId="260"/>
        </pc:sldMkLst>
        <pc:spChg chg="del mod">
          <ac:chgData name="Marsha C R Utama Putri - CCO" userId="S::marsha.cipta@capcx.com::ce6c694b-f650-4986-94dd-3c7f7bdf1864" providerId="AD" clId="Web-{7B20FF14-5769-C5F0-D89A-8A8BAF4EB8F2}" dt="2026-08-10T11:14:37.115" v="11"/>
          <ac:spMkLst>
            <pc:docMk/>
            <pc:sldMk cId="0" sldId="260"/>
            <ac:spMk id="19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4:44.319" v="12"/>
        <pc:sldMkLst>
          <pc:docMk/>
          <pc:sldMk cId="0" sldId="261"/>
        </pc:sldMkLst>
        <pc:spChg chg="del">
          <ac:chgData name="Marsha C R Utama Putri - CCO" userId="S::marsha.cipta@capcx.com::ce6c694b-f650-4986-94dd-3c7f7bdf1864" providerId="AD" clId="Web-{7B20FF14-5769-C5F0-D89A-8A8BAF4EB8F2}" dt="2026-08-10T11:14:44.319" v="12"/>
          <ac:spMkLst>
            <pc:docMk/>
            <pc:sldMk cId="0" sldId="261"/>
            <ac:spMk id="5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4:52.319" v="13"/>
        <pc:sldMkLst>
          <pc:docMk/>
          <pc:sldMk cId="0" sldId="262"/>
        </pc:sldMkLst>
        <pc:spChg chg="del">
          <ac:chgData name="Marsha C R Utama Putri - CCO" userId="S::marsha.cipta@capcx.com::ce6c694b-f650-4986-94dd-3c7f7bdf1864" providerId="AD" clId="Web-{7B20FF14-5769-C5F0-D89A-8A8BAF4EB8F2}" dt="2026-08-10T11:14:52.319" v="13"/>
          <ac:spMkLst>
            <pc:docMk/>
            <pc:sldMk cId="0" sldId="262"/>
            <ac:spMk id="5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5:02.007" v="14"/>
        <pc:sldMkLst>
          <pc:docMk/>
          <pc:sldMk cId="0" sldId="263"/>
        </pc:sldMkLst>
        <pc:spChg chg="del">
          <ac:chgData name="Marsha C R Utama Putri - CCO" userId="S::marsha.cipta@capcx.com::ce6c694b-f650-4986-94dd-3c7f7bdf1864" providerId="AD" clId="Web-{7B20FF14-5769-C5F0-D89A-8A8BAF4EB8F2}" dt="2026-08-10T11:15:02.007" v="14"/>
          <ac:spMkLst>
            <pc:docMk/>
            <pc:sldMk cId="0" sldId="263"/>
            <ac:spMk id="3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5:05.820" v="15"/>
        <pc:sldMkLst>
          <pc:docMk/>
          <pc:sldMk cId="0" sldId="264"/>
        </pc:sldMkLst>
        <pc:spChg chg="del">
          <ac:chgData name="Marsha C R Utama Putri - CCO" userId="S::marsha.cipta@capcx.com::ce6c694b-f650-4986-94dd-3c7f7bdf1864" providerId="AD" clId="Web-{7B20FF14-5769-C5F0-D89A-8A8BAF4EB8F2}" dt="2026-08-10T11:15:05.820" v="15"/>
          <ac:spMkLst>
            <pc:docMk/>
            <pc:sldMk cId="0" sldId="264"/>
            <ac:spMk id="7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7B20FF14-5769-C5F0-D89A-8A8BAF4EB8F2}" dt="2026-08-10T11:15:11.695" v="16"/>
        <pc:sldMkLst>
          <pc:docMk/>
          <pc:sldMk cId="0" sldId="265"/>
        </pc:sldMkLst>
        <pc:spChg chg="del">
          <ac:chgData name="Marsha C R Utama Putri - CCO" userId="S::marsha.cipta@capcx.com::ce6c694b-f650-4986-94dd-3c7f7bdf1864" providerId="AD" clId="Web-{7B20FF14-5769-C5F0-D89A-8A8BAF4EB8F2}" dt="2026-08-10T11:15:11.695" v="16"/>
          <ac:spMkLst>
            <pc:docMk/>
            <pc:sldMk cId="0" sldId="265"/>
            <ac:spMk id="86" creationId="{00000000-0000-0000-0000-000000000000}"/>
          </ac:spMkLst>
        </pc:spChg>
      </pc:sldChg>
      <pc:sldChg chg="modSp">
        <pc:chgData name="Marsha C R Utama Putri - CCO" userId="S::marsha.cipta@capcx.com::ce6c694b-f650-4986-94dd-3c7f7bdf1864" providerId="AD" clId="Web-{7B20FF14-5769-C5F0-D89A-8A8BAF4EB8F2}" dt="2026-08-10T11:15:24.696" v="19" actId="20577"/>
        <pc:sldMkLst>
          <pc:docMk/>
          <pc:sldMk cId="0" sldId="266"/>
        </pc:sldMkLst>
        <pc:spChg chg="mod">
          <ac:chgData name="Marsha C R Utama Putri - CCO" userId="S::marsha.cipta@capcx.com::ce6c694b-f650-4986-94dd-3c7f7bdf1864" providerId="AD" clId="Web-{7B20FF14-5769-C5F0-D89A-8A8BAF4EB8F2}" dt="2026-08-10T11:15:24.696" v="19" actId="20577"/>
          <ac:spMkLst>
            <pc:docMk/>
            <pc:sldMk cId="0" sldId="266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8725-41FC-AF64-2E0D42A20A8E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8725-41FC-AF64-2E0D42A20A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25-41FC-AF64-2E0D42A20A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Feed Charge Pump PU-2101B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Mechanical Seal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AR-2026-ARP-0117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PU-2101B  |  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12 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E0403-0D22-9AC4-2C71-AE7872B27A14}"/>
              </a:ext>
            </a:extLst>
          </p:cNvPr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Feed Charge Pump PU-2101B — Mechanical Seal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ARP  (Aurora Resin Plant)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PU-2101B  |  Class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12 Mar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13 Mar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Isolate PU-2101B, swap to spare PU-2101A, replace mechanical seal cartridge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Major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18.5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$226.44k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Mechanical seal of Feed Charge Pump PU-2101B failed on 12-Mar-2026, causing seal leakage and an unplanned feed reduction to the ARP reactor section.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11-Mar-2026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ARP produced resin grade PR-5502 (Reactor Rate ± 13.6 T/H). Field operator noted minor seal weep on PU-2101B during routine round.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3774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02:15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317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flush low-flow alarm annunciated; visible feed seal leak with low suction pressure. Pump auto-tripped on low discharge pressure.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2918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02:40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 section reduced; charge to reactor curtailed pending seal repair. Rotating team mobilized.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2062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09:20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605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cartridge &amp; shaft sleeve inspected — seal faces heat-checked / worn (dry-running signature).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" y="51206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20:45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0749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New seal cartridge installed, pump commissioned, feed restored to ± 13.6 T/H.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Mechanical seal of Feed Charge Pump PU-2101B failed on 12-Mar-2026, causing seal leakage and an unplanned feed reduction to the ARP reactor section.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PU-2101B seal MTBF trended down from 26 to 9 months over the last 3 cycles. Seal-flush flow had been intermittently below the 6 L/min design minimum during feed swings, indicating recurring dry-run exposure.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Mechanical seal of PU-2101B leaked / 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12-Mar-2026 (02:15)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Reduced charge feed to ARP reactor 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18.5 hours  →  251.6 ton  →  $226.44k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Feed reduction due to PU-2101B mechanical seal leak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unplanned feed reduction due to PU-2101B seal failure (seal MTBF ≥ 24 months)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Pump operated above rated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Operated at 13.1–13.7 T/H vs rated max 18 T/H — within limit.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Suction pressure below NPSH margin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Suction pressure dropped during feed swing; NPSH margin &lt; 0.5 m (spec ≥ 1.0 m) — cavitation risk.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flush flow below minimum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Seal-flush flow measured 3–4 L/min vs 6 L/min minimum — seal ran dry intermittently.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 water to seal cooler inadequate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cooler outlet temp normal (42 °C) — cooling adequate.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faces beyond service life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in service 11 months, within 24-month design life.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low-NPSH / flush-flow interlock in DCS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automatic trip or alarm on loss of seal-flush 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Feed-swing SOP allows fast rate ramp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SOP permits &gt; 2 T/H per minute ramp, driving suction transients.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PM covers seal only, not flush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Seal-flush plan (Plan 11) not on the PM check-sheet.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Operator competency on seal-flush 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Operators trained; no competency gap identified.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Premature mechanical seal failure caused by intermittent dry-running: suction cavitation during feed swings reduced NPSH and seal-flush flow dropped below the 6 L/min minimum, with no interlock to protect the seal.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P2  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Install seal-flush flow switch with DCS alarm on PU-2101B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24-Apr-2026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low-NPSH / loss-of-flush trip interlock in DCS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24-May-2026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Roll out flush-flow switch to PU-2101A spare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24-May-2026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interlock standard to all API-682 seal pumps in ARP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24-Jul-2026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Suction cavitation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Revise feed-swing SOP to cap ramp at 1 T/H per minute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24-Apr-2026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Flush system not in PM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seal-flush system (Plan 11) to PU-2101B PM check-sheet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24-Apr-2026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Install flow switch &amp; interlock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Nuisance trips during commissioning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Stage commissioning with bypass timer &amp; operator brief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24-May-2026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 seal-flush flow &amp; seal-pot level check PU-2101B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Quarterly seal condition &amp; shaft run-out inspection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3-monthly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18.5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251.6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$226.44k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(200)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Premature mechanical seal failure caused by intermittent dry-running: suction cavitation during feed swings reduced NPSH and seal-flush flow dropped below the 6 L/min minimum, with no interlock to protect the seal.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Install seal-flush flow switch with DCS alarm on PU-2101B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low-NPSH / loss-of-flush trip interlock in DCS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Revise feed-swing SOP to cap ramp at 1 T/H per minute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AR-2026-ARP-0117   •   PU-2101B — ARP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D62D21-AC2B-4C0D-8291-7660B1B19844}">
  <ds:schemaRefs>
    <ds:schemaRef ds:uri="http://schemas.microsoft.com/office/2006/metadata/properties"/>
    <ds:schemaRef ds:uri="http://schemas.microsoft.com/office/infopath/2007/PartnerControls"/>
    <ds:schemaRef ds:uri="0a71efe2-5848-4835-ba9f-8faf6945352d"/>
    <ds:schemaRef ds:uri="831850e5-ca91-43e1-afa5-cf72b3205c9b"/>
  </ds:schemaRefs>
</ds:datastoreItem>
</file>

<file path=customXml/itemProps2.xml><?xml version="1.0" encoding="utf-8"?>
<ds:datastoreItem xmlns:ds="http://schemas.openxmlformats.org/officeDocument/2006/customXml" ds:itemID="{7CBDE243-CFE2-4514-9485-15DB88AF42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C4A5EE-26CA-4C2E-A55A-09A07A8B0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850e5-ca91-43e1-afa5-cf72b3205c9b"/>
    <ds:schemaRef ds:uri="0a71efe2-5848-4835-ba9f-8faf69453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</cp:revision>
  <dcterms:created xsi:type="dcterms:W3CDTF">2013-01-27T09:14:16Z</dcterms:created>
  <dcterms:modified xsi:type="dcterms:W3CDTF">2026-08-10T11:18:38Z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